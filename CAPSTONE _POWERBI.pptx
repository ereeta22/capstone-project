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CEDB-BD59-FE18-5144-C4C0F65C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8F2E4-0D14-E46C-0456-6BCF1846D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D27F7-65A8-866D-DF0A-1D8E5FFD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ED833-FEFB-D01E-6570-C401D9E5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EFD75-4077-50A3-1FE6-27D6A2C0E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7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0361-3897-0B09-646C-160A533F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A6AA6-B611-EBEA-DBD1-331E93BC1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82709-9616-40EF-1E4F-15470BB4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736CB-4C2D-1CB3-BAA6-02C5D886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F762-C2B9-BB29-C091-72913C58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54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F466-DC33-6F7A-D7F0-AF4D67D4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22996-D214-1AA7-F17C-FCF2A986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408EF-AF99-3723-CBFE-D590FD19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C1536-612A-48E6-DA9F-A05E57D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3F6A7-BE65-910C-9E50-DB769993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32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3A0C-9347-C06E-645E-02BD83C5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A559C-F8A8-30D5-D209-CF0E28F9C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AD2FC-627E-774E-989A-72D6B0709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7BAF1-9770-A161-ABFF-159E1B07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6519E-2EE6-305C-E25B-E2066179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C6010-F529-90FF-CA91-4FC4507F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02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BC6F-198A-6DB8-486B-D5396B4C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16BBE-F337-3EB8-BF35-820F0904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FC435-6250-A7E9-8BFC-0B6275A74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2D6F3-C6EE-EF00-63E4-63A44849F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BD0A14-0C5E-10B9-07BE-C77168684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FACAD-5871-09DE-416B-34AB1786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93412-E6F1-CC86-9FBA-5BD2F8A7C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6772D-3489-B260-8A50-52B3A349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96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82CC-0AD8-8A74-EE56-EF35E834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ECF4D-6379-0A60-D110-272A8E15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F00CC-BB65-9B9B-15F3-FAC6CF64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3B282-ED61-AD11-2EE4-A6DCFE09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3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65815C-7B27-0163-5B82-52F167CA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7798F-8030-0654-7E2F-94EEFE6A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D279A-EA08-0FFC-3654-6A049E9B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02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E324-BA1A-6B1F-C0C5-0CBB3D70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FB536-F8B9-8855-9A77-162A08D6A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AF6BF-F57F-A609-8A93-307871B8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0AB0C-6DF0-D087-1FFB-BD4769C5D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9BEEE-B7C0-9580-BB59-240D51E2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32030-C884-180B-B49B-E2DBB4A1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37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E8F4-73A9-E7C4-7859-B97BA518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203FA9-E884-69EC-9A35-EBB0ACFAA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02DD9-E2B7-4E20-920B-8CE57B021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4CF1C-BE66-6C73-6588-2F9A4264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76D6C-8A6C-0AE0-A976-81126FD2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6225D-1128-CEA9-5185-F835884F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4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59DA-9E6B-0B66-D445-220819FE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4A112-04AF-9114-B09D-AF052ABCA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37A98-877F-CA4C-F118-D2A2E60D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AF83E-D38F-B9D2-68D1-A21E6657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D62F6-CBFE-4FBC-558C-7D2C99DA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0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C4DC3-FB3D-B0CF-E1EE-269078F74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8C58D-4AC3-1757-3F65-3C21CBC63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35633-6DA5-2103-3DCB-55DEC3F15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F4129-EFC8-0932-F02C-5FF5AD69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226A-F306-2183-8B51-F8075ACF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30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656B6-083D-3AB2-9465-A5FC11050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4F8AF-0D6F-4809-B94F-219A1424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19804-0678-6F91-79B6-A19FC0C1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C4378-CFCA-4F51-A5C7-F6767FBEA30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F920D-F126-E416-3E55-7D9575482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358E1-5ABF-B060-F95B-4EC314F87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31F6-BADB-4646-BD63-18EA815A0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86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1D46-74C5-06B6-14A7-4FE060A02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POWERBI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48B2E-4A76-437A-274D-06592548D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08594"/>
          </a:xfrm>
        </p:spPr>
        <p:txBody>
          <a:bodyPr>
            <a:normAutofit/>
          </a:bodyPr>
          <a:lstStyle/>
          <a:p>
            <a:r>
              <a:rPr lang="en-IN" dirty="0"/>
              <a:t>                                                                                                         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                        </a:t>
            </a:r>
          </a:p>
          <a:p>
            <a:r>
              <a:rPr lang="en-IN" dirty="0"/>
              <a:t> -                                                                                                    BY REETA</a:t>
            </a:r>
          </a:p>
        </p:txBody>
      </p:sp>
    </p:spTree>
    <p:extLst>
      <p:ext uri="{BB962C8B-B14F-4D97-AF65-F5344CB8AC3E}">
        <p14:creationId xmlns:p14="http://schemas.microsoft.com/office/powerpoint/2010/main" val="192164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6EFB-C290-0E17-CDCA-458DCE7DF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46D51-EA92-03C0-8515-770E689C9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362D98-6A1C-AE89-7748-AA9506217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32"/>
            <a:ext cx="12192000" cy="67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2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ECC6A-4B42-5EB4-0CDC-CA9C0AAD64CE}"/>
              </a:ext>
            </a:extLst>
          </p:cNvPr>
          <p:cNvSpPr txBox="1"/>
          <p:nvPr/>
        </p:nvSpPr>
        <p:spPr>
          <a:xfrm>
            <a:off x="609600" y="432619"/>
            <a:ext cx="11086681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Introduction:</a:t>
            </a:r>
          </a:p>
          <a:p>
            <a:endParaRPr lang="en-US" b="1" dirty="0"/>
          </a:p>
          <a:p>
            <a:r>
              <a:rPr lang="en-US" dirty="0"/>
              <a:t>This Food Delivery Analytics dashboard is created to understand how a food delivery business is performing. It shows information about orders, delivery time, customer ratings, cities, restaurants, and cuisines in a simple visual format. The dashboard helps convert raw data into useful information that can support business decisions.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Dashboard Objective:</a:t>
            </a:r>
          </a:p>
          <a:p>
            <a:endParaRPr lang="en-US" b="1" dirty="0"/>
          </a:p>
          <a:p>
            <a:r>
              <a:rPr lang="en-US" dirty="0"/>
              <a:t>The main purpose of this dashboard is to:</a:t>
            </a:r>
          </a:p>
          <a:p>
            <a:r>
              <a:rPr lang="en-US" dirty="0"/>
              <a:t>Understand customer satisfaction</a:t>
            </a:r>
          </a:p>
          <a:p>
            <a:r>
              <a:rPr lang="en-US" dirty="0"/>
              <a:t>Analyze delivery time performance</a:t>
            </a:r>
          </a:p>
          <a:p>
            <a:r>
              <a:rPr lang="en-US" dirty="0"/>
              <a:t>Identify popular cuisines</a:t>
            </a:r>
          </a:p>
          <a:p>
            <a:r>
              <a:rPr lang="en-US" dirty="0"/>
              <a:t>Compare city-wise performance</a:t>
            </a:r>
          </a:p>
          <a:p>
            <a:r>
              <a:rPr lang="en-US" dirty="0"/>
              <a:t>Support business planning</a:t>
            </a:r>
          </a:p>
          <a:p>
            <a:endParaRPr lang="en-US" dirty="0"/>
          </a:p>
          <a:p>
            <a:r>
              <a:rPr lang="en-US" b="1" dirty="0"/>
              <a:t>Key KPIs Explanation</a:t>
            </a:r>
          </a:p>
          <a:p>
            <a:endParaRPr lang="en-US" b="1" dirty="0"/>
          </a:p>
          <a:p>
            <a:r>
              <a:rPr lang="en-US" b="1" dirty="0" err="1"/>
              <a:t>EG:Average</a:t>
            </a:r>
            <a:r>
              <a:rPr lang="en-US" b="1" dirty="0"/>
              <a:t> Rating (3.71)</a:t>
            </a:r>
          </a:p>
          <a:p>
            <a:endParaRPr lang="en-US" b="1" dirty="0"/>
          </a:p>
          <a:p>
            <a:r>
              <a:rPr lang="en-US" dirty="0"/>
              <a:t>This shows the overall customer satisfaction. A higher rating means customers are happy with the service. A lower rating means improvement is needed.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72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B4E8A-74A3-F225-354F-E62508513B7F}"/>
              </a:ext>
            </a:extLst>
          </p:cNvPr>
          <p:cNvSpPr txBox="1"/>
          <p:nvPr/>
        </p:nvSpPr>
        <p:spPr>
          <a:xfrm>
            <a:off x="816078" y="540774"/>
            <a:ext cx="1096296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Average Delivery Time (52.89 minutes)</a:t>
            </a:r>
          </a:p>
          <a:p>
            <a:endParaRPr lang="en-US" b="1" dirty="0"/>
          </a:p>
          <a:p>
            <a:r>
              <a:rPr lang="en-US" dirty="0"/>
              <a:t>This shows how much time, on average, food takes to reach customers. If delivery time increases, customer ratings may decrease.</a:t>
            </a:r>
          </a:p>
          <a:p>
            <a:endParaRPr lang="en-US" dirty="0"/>
          </a:p>
          <a:p>
            <a:r>
              <a:rPr lang="en-US" b="1" dirty="0"/>
              <a:t>Total Orders (1270)</a:t>
            </a:r>
          </a:p>
          <a:p>
            <a:r>
              <a:rPr lang="en-US" dirty="0"/>
              <a:t>This shows the total number of orders placed based on the selected filters.</a:t>
            </a:r>
          </a:p>
          <a:p>
            <a:endParaRPr lang="en-US" dirty="0"/>
          </a:p>
          <a:p>
            <a:r>
              <a:rPr lang="en-US" b="1" dirty="0"/>
              <a:t>City (Bangalore)</a:t>
            </a:r>
          </a:p>
          <a:p>
            <a:r>
              <a:rPr lang="en-US" dirty="0"/>
              <a:t>All dashboard data is currently filtered for Bangalore city.</a:t>
            </a:r>
          </a:p>
          <a:p>
            <a:endParaRPr lang="en-US" dirty="0"/>
          </a:p>
          <a:p>
            <a:r>
              <a:rPr lang="en-US" b="1" dirty="0"/>
              <a:t>Filters Used</a:t>
            </a:r>
          </a:p>
          <a:p>
            <a:r>
              <a:rPr lang="en-US" dirty="0"/>
              <a:t>The dashboard uses filters to make analysis easy:</a:t>
            </a:r>
          </a:p>
          <a:p>
            <a:r>
              <a:rPr lang="en-US" dirty="0"/>
              <a:t>Month filter to check monthly trends</a:t>
            </a:r>
          </a:p>
          <a:p>
            <a:r>
              <a:rPr lang="en-US" dirty="0"/>
              <a:t>City filter to compare different cities</a:t>
            </a:r>
          </a:p>
          <a:p>
            <a:r>
              <a:rPr lang="en-US" dirty="0"/>
              <a:t>Cuisine filter to analyze customer food preferences</a:t>
            </a:r>
          </a:p>
          <a:p>
            <a:endParaRPr lang="en-US" dirty="0"/>
          </a:p>
          <a:p>
            <a:r>
              <a:rPr lang="en-US" b="1" dirty="0"/>
              <a:t>Visuals Explanation</a:t>
            </a:r>
          </a:p>
          <a:p>
            <a:r>
              <a:rPr lang="en-US" b="1" dirty="0"/>
              <a:t>Top Cuisine Chart</a:t>
            </a:r>
          </a:p>
          <a:p>
            <a:r>
              <a:rPr lang="en-US" dirty="0"/>
              <a:t>This chart shows which cuisines are ordered the most. American and Chinese cuisines have more orders, while Mexican and Thai cuisines have fewer orders.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02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189F9-E6F3-4B34-253C-7433EE0FE015}"/>
              </a:ext>
            </a:extLst>
          </p:cNvPr>
          <p:cNvSpPr txBox="1"/>
          <p:nvPr/>
        </p:nvSpPr>
        <p:spPr>
          <a:xfrm>
            <a:off x="481781" y="835742"/>
            <a:ext cx="112284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Rating Distribution Chart</a:t>
            </a:r>
          </a:p>
          <a:p>
            <a:r>
              <a:rPr lang="en-US" dirty="0"/>
              <a:t>This chart shows how many restaurants fall under each rating category from 1 to 5. It shows mixed customer experiences.</a:t>
            </a:r>
          </a:p>
          <a:p>
            <a:endParaRPr lang="en-US" dirty="0"/>
          </a:p>
          <a:p>
            <a:r>
              <a:rPr lang="en-US" b="1" dirty="0"/>
              <a:t>Restaurant Count by City</a:t>
            </a:r>
          </a:p>
          <a:p>
            <a:r>
              <a:rPr lang="en-US" dirty="0"/>
              <a:t>This chart shows how many restaurants are available in each city. Some cities have more restaurants than others.</a:t>
            </a:r>
          </a:p>
          <a:p>
            <a:endParaRPr lang="en-US" dirty="0"/>
          </a:p>
          <a:p>
            <a:r>
              <a:rPr lang="en-US" b="1" dirty="0"/>
              <a:t>Rating vs Delivery Time</a:t>
            </a:r>
          </a:p>
          <a:p>
            <a:r>
              <a:rPr lang="en-US" dirty="0"/>
              <a:t>This chart shows that when delivery time is less, ratings are higher. When delivery time is more, ratings reduce.</a:t>
            </a:r>
          </a:p>
          <a:p>
            <a:endParaRPr lang="en-US" dirty="0"/>
          </a:p>
          <a:p>
            <a:r>
              <a:rPr lang="en-US" b="1" dirty="0"/>
              <a:t>Rating by Year</a:t>
            </a:r>
          </a:p>
          <a:p>
            <a:r>
              <a:rPr lang="en-US" dirty="0"/>
              <a:t>This chart shows how ratings change over different years. Ratings improved in one year but dropped in the next, showing the need for improvement.</a:t>
            </a:r>
          </a:p>
          <a:p>
            <a:endParaRPr lang="en-US" dirty="0"/>
          </a:p>
          <a:p>
            <a:r>
              <a:rPr lang="en-US" b="1" dirty="0"/>
              <a:t>Overall Insights</a:t>
            </a:r>
          </a:p>
          <a:p>
            <a:r>
              <a:rPr lang="en-US" dirty="0"/>
              <a:t>Faster delivery leads to better ratings</a:t>
            </a:r>
          </a:p>
          <a:p>
            <a:r>
              <a:rPr lang="en-US" dirty="0"/>
              <a:t>Some cuisines are more popular than others</a:t>
            </a:r>
          </a:p>
          <a:p>
            <a:r>
              <a:rPr lang="en-US" dirty="0"/>
              <a:t>Cities with more restaurants get more orders</a:t>
            </a:r>
          </a:p>
          <a:p>
            <a:r>
              <a:rPr lang="en-US" dirty="0"/>
              <a:t>Delivery time affects customer satisfaction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020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E060C-FD4D-7A1F-147E-9E9C23C5709A}"/>
              </a:ext>
            </a:extLst>
          </p:cNvPr>
          <p:cNvSpPr txBox="1"/>
          <p:nvPr/>
        </p:nvSpPr>
        <p:spPr>
          <a:xfrm>
            <a:off x="766916" y="599768"/>
            <a:ext cx="110219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Use</a:t>
            </a:r>
          </a:p>
          <a:p>
            <a:r>
              <a:rPr lang="en-US" dirty="0"/>
              <a:t>This dashboard helps:</a:t>
            </a:r>
          </a:p>
          <a:p>
            <a:r>
              <a:rPr lang="en-US" dirty="0"/>
              <a:t>Improve delivery speed</a:t>
            </a:r>
          </a:p>
          <a:p>
            <a:r>
              <a:rPr lang="en-US" dirty="0"/>
              <a:t>Focus on popular cuisines</a:t>
            </a:r>
          </a:p>
          <a:p>
            <a:r>
              <a:rPr lang="en-US" dirty="0"/>
              <a:t>Increase customer satisfaction</a:t>
            </a:r>
          </a:p>
          <a:p>
            <a:r>
              <a:rPr lang="en-US" dirty="0"/>
              <a:t>Make better business decisions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One-Line Explanation for Viva</a:t>
            </a:r>
          </a:p>
          <a:p>
            <a:r>
              <a:rPr lang="en-US" dirty="0"/>
              <a:t>“This dashboard shows food delivery performance by analyzing orders, delivery time, ratings, cuisines, and city-wise data using Power BI.”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BE64B-C72E-114D-1CBC-84980306E9B5}"/>
              </a:ext>
            </a:extLst>
          </p:cNvPr>
          <p:cNvSpPr txBox="1"/>
          <p:nvPr/>
        </p:nvSpPr>
        <p:spPr>
          <a:xfrm>
            <a:off x="5660624" y="509311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--END--</a:t>
            </a:r>
          </a:p>
        </p:txBody>
      </p:sp>
    </p:spTree>
    <p:extLst>
      <p:ext uri="{BB962C8B-B14F-4D97-AF65-F5344CB8AC3E}">
        <p14:creationId xmlns:p14="http://schemas.microsoft.com/office/powerpoint/2010/main" val="81738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444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POWERBI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Reeta E</dc:creator>
  <cp:lastModifiedBy>Reeta E</cp:lastModifiedBy>
  <cp:revision>1</cp:revision>
  <dcterms:created xsi:type="dcterms:W3CDTF">2025-12-31T16:09:33Z</dcterms:created>
  <dcterms:modified xsi:type="dcterms:W3CDTF">2025-12-31T16:15:02Z</dcterms:modified>
</cp:coreProperties>
</file>